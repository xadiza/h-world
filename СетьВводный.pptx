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F0134-8573-4DCB-BBDD-10DE2CB68C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F214A9-52E3-497D-96CA-C4B595A7E39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5CB10DE-3752-43B0-A964-471690DF57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E66E56-ACC7-49E5-88DE-BA5B9A5565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92D1AFB-9432-47D0-A0AA-E20B776E58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A2DE5BB-75A9-4E63-A359-17C971564A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37F0227-DAAE-4DDB-87F9-B4C043FEA3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023E131-F790-4A0E-857E-316D7C31566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C5A6E6C-F371-4DF0-A8B1-F6A61F0F8E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3650FE7-E41F-463A-BF12-4B8F026B9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58B95842-3A89-4988-BB05-DA7FDE5197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61F3593-40DD-40C2-96CB-7BCBEF23EC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8B122FE-3862-4D52-98FA-8D55411FAB9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63C6720-AFC8-4105-B312-3C16202A1D5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297FC5-2068-4F66-B260-685713026E7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2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DF614F-874A-4687-80B1-7B859678B6B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FE16A4-3588-48C7-9748-2F1571B63F9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AAE36F-1A7A-4378-93F9-8929793A10F2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A266E6-7D4E-48BE-ACE5-33CE287378F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5F2F31-B8E8-4E24-9B04-013DE55FC20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8CC7F4-7506-4697-8E0F-3EF3EA43D1C9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E61E8EE-D841-43DE-8E8C-1F06C29F1207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02642-1A25-4464-8F53-5E21C676310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22B067-B6A3-41F9-9D1A-080959AD49DD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F7E28F-F0A4-49F1-AD3E-9C092AC2D55E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Сеть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Интернет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90560" y="-792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Цифровая грамотность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пользующиеся мышью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м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огут испытывать проблемы с сенсорным экраном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наоборот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привыкшие к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windows,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могут испытывать проблемы при переходе на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unix/linux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(умение искать данные и ориентироваться в них)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использование (доступной информации много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 не все данные важны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точны или актуальны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вопросу и публикация их в соцсетях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Интернет не равно Всемирная паутина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3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96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Обычный (поверхностный)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Глубокий 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Даркнет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Наиболее закрытая часть глобальной сети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Для доступа нужны специальные браузеры-программы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(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TOR -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сокращенно от англ. 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The Onion Router, Freenet, I2P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 и пр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.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Открытая мировая коммуникационная инфраструктура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оптоволокно (земляные или подводные работы)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радиоволны (сотовая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мобильная связь (формат 3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G,4G,5G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wi-fi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п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ередаваемый по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оздуху с помощью спутника (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SpaceX,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но надо платить за связь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aara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Google: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если прокладка оптоволокна нерентабельна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а за спутниковую связь не платят клиенты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то лазерные лучи (в Дронах для получения канала)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Пропускная способность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46052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Чем меньше пропускная способность,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тем медленнее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Оцените скорость Интернета на своем ПК - </a:t>
            </a:r>
            <a:r>
              <a:rPr b="0" lang="en" sz="2800" strike="noStrike" u="none">
                <a:solidFill>
                  <a:srgbClr val="0563c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r>
              <a:rPr b="0" lang="en-US" sz="2800" strike="noStrike" u="sng">
                <a:solidFill>
                  <a:srgbClr val="0563c1"/>
                </a:solidFill>
                <a:uFillTx/>
                <a:latin typeface="Arial"/>
                <a:hlinkClick r:id="rId5"/>
              </a:rPr>
              <a:t>&gt;?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6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7"/>
              </a:rPr>
              <a:t>(У смартфона нет провода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8"/>
              </a:rPr>
              <a:t>,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9"/>
              </a:rPr>
              <a:t>как в классе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0"/>
              </a:rPr>
              <a:t>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1"/>
              </a:rPr>
              <a:t>у компьютеров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2"/>
              </a:rPr>
              <a:t>.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3"/>
              </a:rPr>
              <a:t> Спроси у квена про пропускную способность мобильной связи формата 3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4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5"/>
              </a:rPr>
              <a:t> 4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6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7"/>
              </a:rPr>
              <a:t> 5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8"/>
              </a:rPr>
              <a:t>G.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9"/>
              </a:rPr>
              <a:t>Сфоткай скорости разных форматов)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Облако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Стив Джобс (1955-2011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Apple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Мне не нужен жесткий диск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если быстрее подключиться к серверу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Давайте сравним скорости записи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Можем ли мы согласиться с утверждением Джобса?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Стриминг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Рид Хастингс (род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1960,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Netflix):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следующие 10 лет прирост [клиентов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]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идти за счет стриминга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История стриминга началась в 1910 году: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Джордж Оуэн Сквайр в 1910 г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Стриминг позволяет смотреть передачи в прямом эфире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Недостатки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быстрый и стабильный интернет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Узел сети – это любое устройство,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посылающее или принимающее данные через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сигнал идет от узла к узлу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пока не достигнет цели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оптоволокно – до 9000 байт)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неправильный порядок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п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акетов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что вызовет повторные передачи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 значит более низкую скорость)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 в смартфон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 что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карте нужно для работы в интернет?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(ответ сфотографировать)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Как узнать адрес Вашего узла в сети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как узнать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-адрес моего смартфона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Интернет ?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поликлинике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ip-а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дреса узлам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сети выдает администратор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(адрес принтера и др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к квена как узнать свой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адрес на машине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ыполни инструкции и сфоткай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Пошли сообщение по сети соседу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Разбиваемся на группы по две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1-2, 3-4, 5-6, …, 21-22, 23-24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-25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соседу сообщение Привет с машины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&lt;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Номер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&gt;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сообщение сам себе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широковещательное сообщение по сети класса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10500</TotalTime>
  <Application>LibreOffice/24.8.4.2$Linux_X86_64 LibreOffice_project/480$Build-2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2025-11-08T12:46:29Z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